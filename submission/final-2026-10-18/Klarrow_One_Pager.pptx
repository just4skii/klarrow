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4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arrow-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566928" cy="5212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68" y="3840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 b="1">
                <a:solidFill>
                  <a:srgbClr val="2D2F38"/>
                </a:solidFill>
                <a:latin typeface="Segoe UI Semibold"/>
              </a:rPr>
              <a:t>Klarrow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7132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Segoe UI"/>
              </a:rPr>
              <a:t>Evidence-reconciliation workbench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1">
                <a:solidFill>
                  <a:srgbClr val="39466C"/>
                </a:solidFill>
                <a:latin typeface="Segoe UI"/>
              </a:rPr>
              <a:t>RUN 4  -  CONTROLLED SYNTHETIC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2500" b="1">
                <a:solidFill>
                  <a:srgbClr val="2D2F38"/>
                </a:solidFill>
                <a:latin typeface="Segoe UI Semibold"/>
              </a:rPr>
              <a:t>Evidence reconciliation for
food-traceability investigations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50" b="0">
                <a:solidFill>
                  <a:srgbClr val="2D2F38"/>
                </a:solidFill>
                <a:latin typeface="Segoe UI"/>
              </a:rPr>
              <a:t>Klarrow helps an operator assemble and challenge fragmented supplier, production and dispatch records - with source grounding, human decisions and explicit uncertainty.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1417320" cy="713232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337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39466C"/>
                </a:solidFill>
                <a:latin typeface="Segoe UI Semibold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5760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 b="1">
                <a:solidFill>
                  <a:srgbClr val="6B7280"/>
                </a:solidFill>
                <a:latin typeface="Segoe UI"/>
              </a:rPr>
              <a:t>AI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9967" y="3246120"/>
            <a:ext cx="1417320" cy="713232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9696" y="3337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39466C"/>
                </a:solidFill>
                <a:latin typeface="Segoe UI Semibold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365760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 b="1">
                <a:solidFill>
                  <a:srgbClr val="6B7280"/>
                </a:solidFill>
                <a:latin typeface="Segoe UI"/>
              </a:rPr>
              <a:t>parser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3246120"/>
            <a:ext cx="1417320" cy="713232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3" y="3337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39466C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365760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 b="1">
                <a:solidFill>
                  <a:srgbClr val="6B7280"/>
                </a:solidFill>
                <a:latin typeface="Segoe UI"/>
              </a:rPr>
              <a:t>value-in-quote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3246120"/>
            <a:ext cx="1417320" cy="713232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3337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39466C"/>
                </a:solidFill>
                <a:latin typeface="Segoe UI Semibold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365760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 b="1">
                <a:solidFill>
                  <a:srgbClr val="6B7280"/>
                </a:solidFill>
                <a:latin typeface="Segoe UI"/>
              </a:rPr>
              <a:t>identifier-only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24528"/>
            <a:ext cx="6217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1">
                <a:solidFill>
                  <a:srgbClr val="39466C"/>
                </a:solidFill>
                <a:latin typeface="Segoe UI"/>
              </a:rPr>
              <a:t>WHAT IT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07408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2D2F38"/>
                </a:solidFill>
                <a:latin typeface="Segoe UI"/>
              </a:rPr>
              <a:t>-  Ingests supported text, CSV/TSV, Excel, EML, logs and text-selectable PDF.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45736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2D2F38"/>
                </a:solidFill>
                <a:latin typeface="Segoe UI"/>
              </a:rPr>
              <a:t>-  Uses local Meta Llama 3.2 3B to propose candidate facts; deterministic code handles structured parsing and traversal.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84064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2D2F38"/>
                </a:solidFill>
                <a:latin typeface="Segoe UI"/>
              </a:rPr>
              <a:t>-  Keeps value-in-quote, adjacent-line context, identifier-only and unlocated claims distinct; humans confirm relationships.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22392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2D2F38"/>
                </a:solidFill>
                <a:latin typeface="Segoe UI"/>
              </a:rPr>
              <a:t>-  Separates confirmed scope from possible exposure and records findings, caveats and audit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870448"/>
            <a:ext cx="6309360" cy="5029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93445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2D2F38"/>
                </a:solidFill>
                <a:latin typeface="Segoe UI"/>
              </a:rPr>
              <a:t>Not a recall decision system. Not certified. Not production-ready. One authored scenario; accuracy, time savings and customer demand remain unmeasured.</a:t>
            </a:r>
          </a:p>
        </p:txBody>
      </p:sp>
      <p:pic>
        <p:nvPicPr>
          <p:cNvPr id="28" name="Picture 27" descr="one-pager-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685800"/>
            <a:ext cx="4251960" cy="4892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78040" y="5669280"/>
            <a:ext cx="4251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0">
                <a:solidFill>
                  <a:srgbClr val="6B7280"/>
                </a:solidFill>
                <a:latin typeface="Segoe UI"/>
              </a:rPr>
              <a:t>Trace snapshot - confirmed scope, unresolved gaps, insufficient mass balance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0">
                <a:solidFill>
                  <a:srgbClr val="A0A6B4"/>
                </a:solidFill>
                <a:latin typeface="Segoe UI"/>
              </a:rPr>
              <a:t>Klarrow - evidence-reconciliation workbench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73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0">
                <a:solidFill>
                  <a:srgbClr val="A0A6B4"/>
                </a:solidFill>
                <a:latin typeface="Segoe UI"/>
              </a:rPr>
              <a:t>18 Oct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